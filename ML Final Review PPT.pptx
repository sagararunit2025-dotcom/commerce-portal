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9" r:id="rId2"/>
    <p:sldId id="506" r:id="rId3"/>
    <p:sldId id="514" r:id="rId4"/>
    <p:sldId id="507" r:id="rId5"/>
    <p:sldId id="508" r:id="rId6"/>
    <p:sldId id="509" r:id="rId7"/>
    <p:sldId id="515" r:id="rId8"/>
    <p:sldId id="51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40070B-3B8C-4348-8068-7FCAF5771C1B}" v="69" dt="2026-10-06T17:27:29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gar arun" userId="ce9a5c4c6c96212f" providerId="LiveId" clId="{C7322205-CA1C-40C6-84DA-64AA9A7AA566}"/>
    <pc:docChg chg="undo custSel modSld">
      <pc:chgData name="sagar arun" userId="ce9a5c4c6c96212f" providerId="LiveId" clId="{C7322205-CA1C-40C6-84DA-64AA9A7AA566}" dt="2026-10-06T17:30:16.999" v="790" actId="27636"/>
      <pc:docMkLst>
        <pc:docMk/>
      </pc:docMkLst>
      <pc:sldChg chg="modSp mod">
        <pc:chgData name="sagar arun" userId="ce9a5c4c6c96212f" providerId="LiveId" clId="{C7322205-CA1C-40C6-84DA-64AA9A7AA566}" dt="2026-10-06T15:46:00.575" v="732" actId="123"/>
        <pc:sldMkLst>
          <pc:docMk/>
          <pc:sldMk cId="1292171431" sldId="319"/>
        </pc:sldMkLst>
        <pc:spChg chg="mod">
          <ac:chgData name="sagar arun" userId="ce9a5c4c6c96212f" providerId="LiveId" clId="{C7322205-CA1C-40C6-84DA-64AA9A7AA566}" dt="2026-10-06T15:46:00.575" v="732" actId="123"/>
          <ac:spMkLst>
            <pc:docMk/>
            <pc:sldMk cId="1292171431" sldId="319"/>
            <ac:spMk id="12" creationId="{3E79CF91-FEBC-8843-2396-3F73C4A93418}"/>
          </ac:spMkLst>
        </pc:spChg>
      </pc:sldChg>
      <pc:sldChg chg="modSp mod">
        <pc:chgData name="sagar arun" userId="ce9a5c4c6c96212f" providerId="LiveId" clId="{C7322205-CA1C-40C6-84DA-64AA9A7AA566}" dt="2026-10-06T17:30:16.999" v="790" actId="27636"/>
        <pc:sldMkLst>
          <pc:docMk/>
          <pc:sldMk cId="920474906" sldId="506"/>
        </pc:sldMkLst>
        <pc:spChg chg="mod">
          <ac:chgData name="sagar arun" userId="ce9a5c4c6c96212f" providerId="LiveId" clId="{C7322205-CA1C-40C6-84DA-64AA9A7AA566}" dt="2026-10-06T15:46:13.289" v="735" actId="123"/>
          <ac:spMkLst>
            <pc:docMk/>
            <pc:sldMk cId="920474906" sldId="506"/>
            <ac:spMk id="3" creationId="{1A64B721-FE62-DE79-132F-30A2E97EDB5E}"/>
          </ac:spMkLst>
        </pc:spChg>
        <pc:spChg chg="mod">
          <ac:chgData name="sagar arun" userId="ce9a5c4c6c96212f" providerId="LiveId" clId="{C7322205-CA1C-40C6-84DA-64AA9A7AA566}" dt="2026-10-06T15:46:22.830" v="738" actId="2711"/>
          <ac:spMkLst>
            <pc:docMk/>
            <pc:sldMk cId="920474906" sldId="506"/>
            <ac:spMk id="6" creationId="{14CFBC3A-C6D9-950A-AAA8-D4DC8D77DE35}"/>
          </ac:spMkLst>
        </pc:spChg>
        <pc:spChg chg="mod">
          <ac:chgData name="sagar arun" userId="ce9a5c4c6c96212f" providerId="LiveId" clId="{C7322205-CA1C-40C6-84DA-64AA9A7AA566}" dt="2026-10-06T17:30:16.999" v="790" actId="27636"/>
          <ac:spMkLst>
            <pc:docMk/>
            <pc:sldMk cId="920474906" sldId="506"/>
            <ac:spMk id="9" creationId="{264EE8C4-9DF8-3FF3-8179-F4A537F21798}"/>
          </ac:spMkLst>
        </pc:spChg>
        <pc:spChg chg="mod">
          <ac:chgData name="sagar arun" userId="ce9a5c4c6c96212f" providerId="LiveId" clId="{C7322205-CA1C-40C6-84DA-64AA9A7AA566}" dt="2026-10-06T15:42:25" v="521" actId="20577"/>
          <ac:spMkLst>
            <pc:docMk/>
            <pc:sldMk cId="920474906" sldId="506"/>
            <ac:spMk id="11" creationId="{EA11D91B-4958-A12F-C19C-77C5B83B11DF}"/>
          </ac:spMkLst>
        </pc:spChg>
      </pc:sldChg>
      <pc:sldChg chg="addSp modSp mod">
        <pc:chgData name="sagar arun" userId="ce9a5c4c6c96212f" providerId="LiveId" clId="{C7322205-CA1C-40C6-84DA-64AA9A7AA566}" dt="2026-10-06T15:42:51.912" v="553" actId="20577"/>
        <pc:sldMkLst>
          <pc:docMk/>
          <pc:sldMk cId="1688179849" sldId="507"/>
        </pc:sldMkLst>
        <pc:spChg chg="mod">
          <ac:chgData name="sagar arun" userId="ce9a5c4c6c96212f" providerId="LiveId" clId="{C7322205-CA1C-40C6-84DA-64AA9A7AA566}" dt="2026-10-06T15:42:51.912" v="553" actId="20577"/>
          <ac:spMkLst>
            <pc:docMk/>
            <pc:sldMk cId="1688179849" sldId="507"/>
            <ac:spMk id="6" creationId="{5B39290C-FF8D-37DE-61F5-B382DBC8013E}"/>
          </ac:spMkLst>
        </pc:spChg>
        <pc:spChg chg="mod">
          <ac:chgData name="sagar arun" userId="ce9a5c4c6c96212f" providerId="LiveId" clId="{C7322205-CA1C-40C6-84DA-64AA9A7AA566}" dt="2026-10-06T14:34:37.875" v="308" actId="14100"/>
          <ac:spMkLst>
            <pc:docMk/>
            <pc:sldMk cId="1688179849" sldId="507"/>
            <ac:spMk id="11" creationId="{265AD724-9C99-5D2A-C540-18B286306A28}"/>
          </ac:spMkLst>
        </pc:spChg>
        <pc:spChg chg="mod">
          <ac:chgData name="sagar arun" userId="ce9a5c4c6c96212f" providerId="LiveId" clId="{C7322205-CA1C-40C6-84DA-64AA9A7AA566}" dt="2026-10-06T14:36:12.077" v="322" actId="14100"/>
          <ac:spMkLst>
            <pc:docMk/>
            <pc:sldMk cId="1688179849" sldId="507"/>
            <ac:spMk id="13" creationId="{E6FB5461-00D8-24D8-D0A0-BD98F40612EA}"/>
          </ac:spMkLst>
        </pc:spChg>
        <pc:spChg chg="mod">
          <ac:chgData name="sagar arun" userId="ce9a5c4c6c96212f" providerId="LiveId" clId="{C7322205-CA1C-40C6-84DA-64AA9A7AA566}" dt="2026-10-06T14:36:14.999" v="324" actId="27636"/>
          <ac:spMkLst>
            <pc:docMk/>
            <pc:sldMk cId="1688179849" sldId="507"/>
            <ac:spMk id="17" creationId="{C42911C6-4047-D019-EA7D-28985C058142}"/>
          </ac:spMkLst>
        </pc:spChg>
        <pc:picChg chg="add mod">
          <ac:chgData name="sagar arun" userId="ce9a5c4c6c96212f" providerId="LiveId" clId="{C7322205-CA1C-40C6-84DA-64AA9A7AA566}" dt="2026-10-06T14:34:49.016" v="311" actId="14100"/>
          <ac:picMkLst>
            <pc:docMk/>
            <pc:sldMk cId="1688179849" sldId="507"/>
            <ac:picMk id="3" creationId="{2DEEB501-2FC8-FDDB-C4D7-A7106EB8BCE0}"/>
          </ac:picMkLst>
        </pc:picChg>
        <pc:picChg chg="add mod">
          <ac:chgData name="sagar arun" userId="ce9a5c4c6c96212f" providerId="LiveId" clId="{C7322205-CA1C-40C6-84DA-64AA9A7AA566}" dt="2026-10-06T14:36:07.338" v="321" actId="1076"/>
          <ac:picMkLst>
            <pc:docMk/>
            <pc:sldMk cId="1688179849" sldId="507"/>
            <ac:picMk id="4" creationId="{1BEA0B69-6CD6-CD92-EBDC-9D469C4F8A43}"/>
          </ac:picMkLst>
        </pc:picChg>
      </pc:sldChg>
      <pc:sldChg chg="modSp mod">
        <pc:chgData name="sagar arun" userId="ce9a5c4c6c96212f" providerId="LiveId" clId="{C7322205-CA1C-40C6-84DA-64AA9A7AA566}" dt="2026-10-06T15:43:28.559" v="569" actId="20577"/>
        <pc:sldMkLst>
          <pc:docMk/>
          <pc:sldMk cId="893038881" sldId="508"/>
        </pc:sldMkLst>
        <pc:spChg chg="mod">
          <ac:chgData name="sagar arun" userId="ce9a5c4c6c96212f" providerId="LiveId" clId="{C7322205-CA1C-40C6-84DA-64AA9A7AA566}" dt="2026-10-06T15:43:28.559" v="569" actId="20577"/>
          <ac:spMkLst>
            <pc:docMk/>
            <pc:sldMk cId="893038881" sldId="508"/>
            <ac:spMk id="4" creationId="{6ED383AF-943A-AF13-9532-2E72477633B9}"/>
          </ac:spMkLst>
        </pc:spChg>
        <pc:spChg chg="mod">
          <ac:chgData name="sagar arun" userId="ce9a5c4c6c96212f" providerId="LiveId" clId="{C7322205-CA1C-40C6-84DA-64AA9A7AA566}" dt="2026-10-06T14:39:55.340" v="340" actId="255"/>
          <ac:spMkLst>
            <pc:docMk/>
            <pc:sldMk cId="893038881" sldId="508"/>
            <ac:spMk id="11" creationId="{A1C04632-2C25-41CF-16BF-7E21BD7B277A}"/>
          </ac:spMkLst>
        </pc:spChg>
        <pc:spChg chg="mod">
          <ac:chgData name="sagar arun" userId="ce9a5c4c6c96212f" providerId="LiveId" clId="{C7322205-CA1C-40C6-84DA-64AA9A7AA566}" dt="2026-10-06T14:44:05.901" v="386" actId="255"/>
          <ac:spMkLst>
            <pc:docMk/>
            <pc:sldMk cId="893038881" sldId="508"/>
            <ac:spMk id="13" creationId="{B287D6E2-D2A8-8A09-D852-F8844378CEC8}"/>
          </ac:spMkLst>
        </pc:spChg>
        <pc:spChg chg="mod">
          <ac:chgData name="sagar arun" userId="ce9a5c4c6c96212f" providerId="LiveId" clId="{C7322205-CA1C-40C6-84DA-64AA9A7AA566}" dt="2026-10-06T14:40:44.833" v="373" actId="113"/>
          <ac:spMkLst>
            <pc:docMk/>
            <pc:sldMk cId="893038881" sldId="508"/>
            <ac:spMk id="15" creationId="{4BEEC87A-A354-40E4-44C7-0E984250BF0A}"/>
          </ac:spMkLst>
        </pc:spChg>
      </pc:sldChg>
      <pc:sldChg chg="addSp modSp mod">
        <pc:chgData name="sagar arun" userId="ce9a5c4c6c96212f" providerId="LiveId" clId="{C7322205-CA1C-40C6-84DA-64AA9A7AA566}" dt="2026-10-06T15:43:42.494" v="585" actId="20577"/>
        <pc:sldMkLst>
          <pc:docMk/>
          <pc:sldMk cId="3620054622" sldId="509"/>
        </pc:sldMkLst>
        <pc:spChg chg="mod">
          <ac:chgData name="sagar arun" userId="ce9a5c4c6c96212f" providerId="LiveId" clId="{C7322205-CA1C-40C6-84DA-64AA9A7AA566}" dt="2026-10-06T15:43:42.494" v="585" actId="20577"/>
          <ac:spMkLst>
            <pc:docMk/>
            <pc:sldMk cId="3620054622" sldId="509"/>
            <ac:spMk id="4" creationId="{5283DF96-CDCE-6198-A813-9DB585D2685C}"/>
          </ac:spMkLst>
        </pc:spChg>
        <pc:spChg chg="mod">
          <ac:chgData name="sagar arun" userId="ce9a5c4c6c96212f" providerId="LiveId" clId="{C7322205-CA1C-40C6-84DA-64AA9A7AA566}" dt="2026-10-06T15:17:31.951" v="445" actId="2710"/>
          <ac:spMkLst>
            <pc:docMk/>
            <pc:sldMk cId="3620054622" sldId="509"/>
            <ac:spMk id="7" creationId="{D9EE1A65-5554-8149-DD9A-F4A84BC9A521}"/>
          </ac:spMkLst>
        </pc:spChg>
        <pc:spChg chg="mod">
          <ac:chgData name="sagar arun" userId="ce9a5c4c6c96212f" providerId="LiveId" clId="{C7322205-CA1C-40C6-84DA-64AA9A7AA566}" dt="2026-10-06T14:44:20.423" v="387" actId="20577"/>
          <ac:spMkLst>
            <pc:docMk/>
            <pc:sldMk cId="3620054622" sldId="509"/>
            <ac:spMk id="11" creationId="{EE1DBB35-58EA-739D-2CD4-B03EDDE7BA67}"/>
          </ac:spMkLst>
        </pc:spChg>
        <pc:picChg chg="add mod">
          <ac:chgData name="sagar arun" userId="ce9a5c4c6c96212f" providerId="LiveId" clId="{C7322205-CA1C-40C6-84DA-64AA9A7AA566}" dt="2026-10-06T14:50:47.368" v="411" actId="1076"/>
          <ac:picMkLst>
            <pc:docMk/>
            <pc:sldMk cId="3620054622" sldId="509"/>
            <ac:picMk id="3" creationId="{3F697E69-30CC-5B29-42DC-4F30A492D8C9}"/>
          </ac:picMkLst>
        </pc:picChg>
        <pc:picChg chg="add mod">
          <ac:chgData name="sagar arun" userId="ce9a5c4c6c96212f" providerId="LiveId" clId="{C7322205-CA1C-40C6-84DA-64AA9A7AA566}" dt="2026-10-06T14:50:43.376" v="410" actId="1076"/>
          <ac:picMkLst>
            <pc:docMk/>
            <pc:sldMk cId="3620054622" sldId="509"/>
            <ac:picMk id="5" creationId="{30E15779-931E-EA96-A2E0-BAD10C51E2B7}"/>
          </ac:picMkLst>
        </pc:picChg>
        <pc:picChg chg="add mod">
          <ac:chgData name="sagar arun" userId="ce9a5c4c6c96212f" providerId="LiveId" clId="{C7322205-CA1C-40C6-84DA-64AA9A7AA566}" dt="2026-10-06T14:50:41.792" v="409" actId="1076"/>
          <ac:picMkLst>
            <pc:docMk/>
            <pc:sldMk cId="3620054622" sldId="509"/>
            <ac:picMk id="6" creationId="{5EA961CC-0138-1D36-0AEA-98CEA1B5C2CB}"/>
          </ac:picMkLst>
        </pc:picChg>
        <pc:picChg chg="add mod">
          <ac:chgData name="sagar arun" userId="ce9a5c4c6c96212f" providerId="LiveId" clId="{C7322205-CA1C-40C6-84DA-64AA9A7AA566}" dt="2026-10-06T14:51:08.850" v="415" actId="14100"/>
          <ac:picMkLst>
            <pc:docMk/>
            <pc:sldMk cId="3620054622" sldId="509"/>
            <ac:picMk id="12" creationId="{6B35AB54-25F5-A970-EED7-D7FC7949D765}"/>
          </ac:picMkLst>
        </pc:picChg>
        <pc:picChg chg="add mod">
          <ac:chgData name="sagar arun" userId="ce9a5c4c6c96212f" providerId="LiveId" clId="{C7322205-CA1C-40C6-84DA-64AA9A7AA566}" dt="2026-10-06T14:51:26.669" v="418" actId="1076"/>
          <ac:picMkLst>
            <pc:docMk/>
            <pc:sldMk cId="3620054622" sldId="509"/>
            <ac:picMk id="13" creationId="{1086AFFF-5DE7-BA00-BC0B-66BF3F6A3E90}"/>
          </ac:picMkLst>
        </pc:picChg>
        <pc:picChg chg="add mod">
          <ac:chgData name="sagar arun" userId="ce9a5c4c6c96212f" providerId="LiveId" clId="{C7322205-CA1C-40C6-84DA-64AA9A7AA566}" dt="2026-10-06T14:52:31.999" v="422" actId="1076"/>
          <ac:picMkLst>
            <pc:docMk/>
            <pc:sldMk cId="3620054622" sldId="509"/>
            <ac:picMk id="14" creationId="{26D5C63A-0890-73BE-FB5A-42AC56E11040}"/>
          </ac:picMkLst>
        </pc:picChg>
      </pc:sldChg>
      <pc:sldChg chg="addSp delSp modSp mod modTransition addAnim delAnim modAnim">
        <pc:chgData name="sagar arun" userId="ce9a5c4c6c96212f" providerId="LiveId" clId="{C7322205-CA1C-40C6-84DA-64AA9A7AA566}" dt="2026-10-06T17:27:29.554" v="784"/>
        <pc:sldMkLst>
          <pc:docMk/>
          <pc:sldMk cId="3718180968" sldId="513"/>
        </pc:sldMkLst>
        <pc:spChg chg="mod">
          <ac:chgData name="sagar arun" userId="ce9a5c4c6c96212f" providerId="LiveId" clId="{C7322205-CA1C-40C6-84DA-64AA9A7AA566}" dt="2026-10-06T15:45:45.644" v="731" actId="20577"/>
          <ac:spMkLst>
            <pc:docMk/>
            <pc:sldMk cId="3718180968" sldId="513"/>
            <ac:spMk id="15" creationId="{3648C33D-8B31-6B82-2E8D-DC4C841DE344}"/>
          </ac:spMkLst>
        </pc:spChg>
        <pc:spChg chg="mod">
          <ac:chgData name="sagar arun" userId="ce9a5c4c6c96212f" providerId="LiveId" clId="{C7322205-CA1C-40C6-84DA-64AA9A7AA566}" dt="2026-10-06T15:44:16.333" v="619" actId="20577"/>
          <ac:spMkLst>
            <pc:docMk/>
            <pc:sldMk cId="3718180968" sldId="513"/>
            <ac:spMk id="18" creationId="{2A3C68FE-708A-E575-2346-D66B76F28EA2}"/>
          </ac:spMkLst>
        </pc:spChg>
        <pc:picChg chg="add del mod">
          <ac:chgData name="sagar arun" userId="ce9a5c4c6c96212f" providerId="LiveId" clId="{C7322205-CA1C-40C6-84DA-64AA9A7AA566}" dt="2026-10-06T17:27:29.554" v="784"/>
          <ac:picMkLst>
            <pc:docMk/>
            <pc:sldMk cId="3718180968" sldId="513"/>
            <ac:picMk id="2" creationId="{B0E72B12-D1E5-242E-60B0-68C066279E45}"/>
          </ac:picMkLst>
        </pc:picChg>
        <pc:picChg chg="add mod">
          <ac:chgData name="sagar arun" userId="ce9a5c4c6c96212f" providerId="LiveId" clId="{C7322205-CA1C-40C6-84DA-64AA9A7AA566}" dt="2026-10-06T17:03:02.756" v="760"/>
          <ac:picMkLst>
            <pc:docMk/>
            <pc:sldMk cId="3718180968" sldId="513"/>
            <ac:picMk id="6" creationId="{3B5002FD-6448-A1B4-5CD7-C0D29FA40BB7}"/>
          </ac:picMkLst>
        </pc:picChg>
        <pc:picChg chg="add mod">
          <ac:chgData name="sagar arun" userId="ce9a5c4c6c96212f" providerId="LiveId" clId="{C7322205-CA1C-40C6-84DA-64AA9A7AA566}" dt="2026-10-06T17:03:59.145" v="762"/>
          <ac:picMkLst>
            <pc:docMk/>
            <pc:sldMk cId="3718180968" sldId="513"/>
            <ac:picMk id="7" creationId="{9C641859-7C1F-B53D-1C9B-FFFE49D8DC97}"/>
          </ac:picMkLst>
        </pc:picChg>
        <pc:picChg chg="add mod">
          <ac:chgData name="sagar arun" userId="ce9a5c4c6c96212f" providerId="LiveId" clId="{C7322205-CA1C-40C6-84DA-64AA9A7AA566}" dt="2026-10-06T17:05:44.746" v="764"/>
          <ac:picMkLst>
            <pc:docMk/>
            <pc:sldMk cId="3718180968" sldId="513"/>
            <ac:picMk id="12" creationId="{F3E141AB-9CD1-67D4-4689-C849E615393E}"/>
          </ac:picMkLst>
        </pc:picChg>
        <pc:picChg chg="add mod">
          <ac:chgData name="sagar arun" userId="ce9a5c4c6c96212f" providerId="LiveId" clId="{C7322205-CA1C-40C6-84DA-64AA9A7AA566}" dt="2026-10-06T17:06:22.467" v="766"/>
          <ac:picMkLst>
            <pc:docMk/>
            <pc:sldMk cId="3718180968" sldId="513"/>
            <ac:picMk id="16" creationId="{716E7410-BC9D-19F2-94D8-1E39A1E5EBCC}"/>
          </ac:picMkLst>
        </pc:picChg>
        <pc:picChg chg="add mod">
          <ac:chgData name="sagar arun" userId="ce9a5c4c6c96212f" providerId="LiveId" clId="{C7322205-CA1C-40C6-84DA-64AA9A7AA566}" dt="2026-10-06T17:19:10.570" v="770"/>
          <ac:picMkLst>
            <pc:docMk/>
            <pc:sldMk cId="3718180968" sldId="513"/>
            <ac:picMk id="17" creationId="{1F39FB62-DE5A-32E3-B966-256F34431448}"/>
          </ac:picMkLst>
        </pc:picChg>
        <pc:picChg chg="add mod">
          <ac:chgData name="sagar arun" userId="ce9a5c4c6c96212f" providerId="LiveId" clId="{C7322205-CA1C-40C6-84DA-64AA9A7AA566}" dt="2026-10-06T17:19:10.110" v="769"/>
          <ac:picMkLst>
            <pc:docMk/>
            <pc:sldMk cId="3718180968" sldId="513"/>
            <ac:picMk id="19" creationId="{FF605E67-A282-73E5-CFD9-D5C50FD7A09F}"/>
          </ac:picMkLst>
        </pc:picChg>
        <pc:picChg chg="add mod">
          <ac:chgData name="sagar arun" userId="ce9a5c4c6c96212f" providerId="LiveId" clId="{C7322205-CA1C-40C6-84DA-64AA9A7AA566}" dt="2026-10-06T17:20:07.395" v="772"/>
          <ac:picMkLst>
            <pc:docMk/>
            <pc:sldMk cId="3718180968" sldId="513"/>
            <ac:picMk id="20" creationId="{0A2088CB-190D-1841-FC74-D15043B9F288}"/>
          </ac:picMkLst>
        </pc:picChg>
        <pc:picChg chg="add mod">
          <ac:chgData name="sagar arun" userId="ce9a5c4c6c96212f" providerId="LiveId" clId="{C7322205-CA1C-40C6-84DA-64AA9A7AA566}" dt="2026-10-06T17:20:49.093" v="774"/>
          <ac:picMkLst>
            <pc:docMk/>
            <pc:sldMk cId="3718180968" sldId="513"/>
            <ac:picMk id="21" creationId="{AC1ED9BD-9ED3-E919-9BB8-750D9BEB7E52}"/>
          </ac:picMkLst>
        </pc:picChg>
        <pc:picChg chg="add mod">
          <ac:chgData name="sagar arun" userId="ce9a5c4c6c96212f" providerId="LiveId" clId="{C7322205-CA1C-40C6-84DA-64AA9A7AA566}" dt="2026-10-06T17:21:11.901" v="776"/>
          <ac:picMkLst>
            <pc:docMk/>
            <pc:sldMk cId="3718180968" sldId="513"/>
            <ac:picMk id="22" creationId="{92ECCD31-31F9-7F17-AD04-130A00813782}"/>
          </ac:picMkLst>
        </pc:picChg>
        <pc:picChg chg="add mod">
          <ac:chgData name="sagar arun" userId="ce9a5c4c6c96212f" providerId="LiveId" clId="{C7322205-CA1C-40C6-84DA-64AA9A7AA566}" dt="2026-10-06T17:23:01.175" v="778"/>
          <ac:picMkLst>
            <pc:docMk/>
            <pc:sldMk cId="3718180968" sldId="513"/>
            <ac:picMk id="23" creationId="{7A23062D-3D90-A03C-5350-F410B38E5CAB}"/>
          </ac:picMkLst>
        </pc:picChg>
        <pc:picChg chg="add mod">
          <ac:chgData name="sagar arun" userId="ce9a5c4c6c96212f" providerId="LiveId" clId="{C7322205-CA1C-40C6-84DA-64AA9A7AA566}" dt="2026-10-06T17:26:57.788" v="780"/>
          <ac:picMkLst>
            <pc:docMk/>
            <pc:sldMk cId="3718180968" sldId="513"/>
            <ac:picMk id="26" creationId="{E7571421-1C2F-7688-05D0-4064A0D98039}"/>
          </ac:picMkLst>
        </pc:picChg>
        <pc:picChg chg="add mod">
          <ac:chgData name="sagar arun" userId="ce9a5c4c6c96212f" providerId="LiveId" clId="{C7322205-CA1C-40C6-84DA-64AA9A7AA566}" dt="2026-10-06T17:27:16.486" v="782"/>
          <ac:picMkLst>
            <pc:docMk/>
            <pc:sldMk cId="3718180968" sldId="513"/>
            <ac:picMk id="27" creationId="{6402DE8F-CB71-8240-C0AD-9F95C957144D}"/>
          </ac:picMkLst>
        </pc:picChg>
      </pc:sldChg>
      <pc:sldChg chg="modSp mod">
        <pc:chgData name="sagar arun" userId="ce9a5c4c6c96212f" providerId="LiveId" clId="{C7322205-CA1C-40C6-84DA-64AA9A7AA566}" dt="2026-10-06T15:42:38.869" v="537" actId="20577"/>
        <pc:sldMkLst>
          <pc:docMk/>
          <pc:sldMk cId="3362102723" sldId="514"/>
        </pc:sldMkLst>
        <pc:spChg chg="mod">
          <ac:chgData name="sagar arun" userId="ce9a5c4c6c96212f" providerId="LiveId" clId="{C7322205-CA1C-40C6-84DA-64AA9A7AA566}" dt="2026-10-06T14:07:22.400" v="107" actId="2711"/>
          <ac:spMkLst>
            <pc:docMk/>
            <pc:sldMk cId="3362102723" sldId="514"/>
            <ac:spMk id="6" creationId="{3F972567-383A-549B-CF00-1D76A4759ADD}"/>
          </ac:spMkLst>
        </pc:spChg>
        <pc:spChg chg="mod">
          <ac:chgData name="sagar arun" userId="ce9a5c4c6c96212f" providerId="LiveId" clId="{C7322205-CA1C-40C6-84DA-64AA9A7AA566}" dt="2026-10-06T14:09:12.889" v="137" actId="27636"/>
          <ac:spMkLst>
            <pc:docMk/>
            <pc:sldMk cId="3362102723" sldId="514"/>
            <ac:spMk id="9" creationId="{03E7483B-4811-61DA-D7B7-E92B17337300}"/>
          </ac:spMkLst>
        </pc:spChg>
        <pc:spChg chg="mod">
          <ac:chgData name="sagar arun" userId="ce9a5c4c6c96212f" providerId="LiveId" clId="{C7322205-CA1C-40C6-84DA-64AA9A7AA566}" dt="2026-10-06T15:42:38.869" v="537" actId="20577"/>
          <ac:spMkLst>
            <pc:docMk/>
            <pc:sldMk cId="3362102723" sldId="514"/>
            <ac:spMk id="11" creationId="{6A5BEA90-A627-443A-8EA9-207D3A67C942}"/>
          </ac:spMkLst>
        </pc:spChg>
        <pc:spChg chg="mod">
          <ac:chgData name="sagar arun" userId="ce9a5c4c6c96212f" providerId="LiveId" clId="{C7322205-CA1C-40C6-84DA-64AA9A7AA566}" dt="2026-10-06T14:07:42.419" v="114" actId="2711"/>
          <ac:spMkLst>
            <pc:docMk/>
            <pc:sldMk cId="3362102723" sldId="514"/>
            <ac:spMk id="13" creationId="{BDC3270D-AF1C-3E78-E712-FD035746225B}"/>
          </ac:spMkLst>
        </pc:spChg>
      </pc:sldChg>
      <pc:sldChg chg="modSp mod">
        <pc:chgData name="sagar arun" userId="ce9a5c4c6c96212f" providerId="LiveId" clId="{C7322205-CA1C-40C6-84DA-64AA9A7AA566}" dt="2026-10-06T15:44:05.534" v="603" actId="20577"/>
        <pc:sldMkLst>
          <pc:docMk/>
          <pc:sldMk cId="580770198" sldId="515"/>
        </pc:sldMkLst>
        <pc:spChg chg="mod">
          <ac:chgData name="sagar arun" userId="ce9a5c4c6c96212f" providerId="LiveId" clId="{C7322205-CA1C-40C6-84DA-64AA9A7AA566}" dt="2026-10-06T15:44:05.534" v="603" actId="20577"/>
          <ac:spMkLst>
            <pc:docMk/>
            <pc:sldMk cId="580770198" sldId="515"/>
            <ac:spMk id="4" creationId="{97532C21-FD78-2AEE-FF81-92AB93C97FB6}"/>
          </ac:spMkLst>
        </pc:spChg>
        <pc:spChg chg="mod">
          <ac:chgData name="sagar arun" userId="ce9a5c4c6c96212f" providerId="LiveId" clId="{C7322205-CA1C-40C6-84DA-64AA9A7AA566}" dt="2026-10-06T15:40:19.290" v="505" actId="2711"/>
          <ac:spMkLst>
            <pc:docMk/>
            <pc:sldMk cId="580770198" sldId="515"/>
            <ac:spMk id="5" creationId="{A7714C8B-8CE9-ACE7-94F1-0BFA4EB5B338}"/>
          </ac:spMkLst>
        </pc:spChg>
        <pc:spChg chg="mod">
          <ac:chgData name="sagar arun" userId="ce9a5c4c6c96212f" providerId="LiveId" clId="{C7322205-CA1C-40C6-84DA-64AA9A7AA566}" dt="2026-10-06T15:43:47.911" v="587" actId="20577"/>
          <ac:spMkLst>
            <pc:docMk/>
            <pc:sldMk cId="580770198" sldId="515"/>
            <ac:spMk id="7" creationId="{A053D1FB-4EE1-2E64-D1C8-8DCF2C5E10E8}"/>
          </ac:spMkLst>
        </pc:spChg>
        <pc:spChg chg="mod">
          <ac:chgData name="sagar arun" userId="ce9a5c4c6c96212f" providerId="LiveId" clId="{C7322205-CA1C-40C6-84DA-64AA9A7AA566}" dt="2026-10-06T15:22:38.477" v="469" actId="113"/>
          <ac:spMkLst>
            <pc:docMk/>
            <pc:sldMk cId="580770198" sldId="515"/>
            <ac:spMk id="11" creationId="{D9DE962E-8FA1-1659-E5F2-3EBFA857DF5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EB6FF-ADAA-45C6-A825-247BBAE19742}" type="datetimeFigureOut">
              <a:rPr lang="en-IN" smtClean="0"/>
              <a:t>06-10-2026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77BC4-17D5-4B3B-8254-CC862B6A5E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99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77BC4-17D5-4B3B-8254-CC862B6A5E2F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821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77BC4-17D5-4B3B-8254-CC862B6A5E2F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963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602E-F900-9031-6AC8-73F10556E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C2B61-6876-88B3-A5F9-7B829DA4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60275-ABCD-B29C-8C0A-6E4F2FD3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F3498-F4F9-DB41-CD36-6A221BCB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CE914-FBBD-92B9-9CA2-3F40FD1D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63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8DF1-C5BE-6796-70DE-A3F503A7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492F-7D80-29C9-2308-5A8569C2D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FDF3-E10C-A3F0-B98D-453E8083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66F82-2042-C918-C81F-2F9B4F18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9D627-19C3-DC54-7CD9-FA550083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78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71E6-8C35-83BC-2B33-0655540C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F6C37-AB34-25BE-12C1-AA65FCA8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F8FFD-45F0-DD57-FE3C-9E076ACE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A5514-393C-EFCE-01F9-B2CE001A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ACB48-3533-1C36-3514-71B63718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05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D219-FA69-9CBF-FBDE-B710CFB8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58CF-DE11-9B79-12E3-5342CE5B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2B980-E864-34A6-6906-C86638E18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7FA1C-7B6A-BA75-B37B-195B0F57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7CB70-8B73-BAB9-8426-FDEFD716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51A4B-870D-163F-53D2-0AADE339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39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A5A0-BB01-6BB8-C159-471001A9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6893-4A4F-426A-A5F6-626610F37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5C00F-0E53-D71D-782E-D740B83A1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3FF82-8820-CCBF-411E-57C2C0FB4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F392E-9590-423C-3F62-1B99F8ED7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51395E-14B8-3C49-B85F-5EE4C7A4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F0EAD-79ED-31EE-A7B8-00CA48D0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BBB80-F93E-5FA1-B554-B865EFB6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44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0E9A-C769-7BAB-77EC-E3DD0C87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FE8A4-529A-DDB2-CFFE-2621FA72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7F48B-5C43-9F3A-55CC-A47A74EE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BDCAC-FA44-2D60-C7FB-00EA9C2A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54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AFBC8-4429-3CF2-D7FD-013C843A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6F2463-4C84-38B5-C473-94DEDD33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4EB43-8F87-9269-D6F6-0FBA0325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76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1E04-8BD9-6B68-FC0F-A711F6A8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F50A1-7EB1-0089-AFE0-A0B4139BA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D8750-631F-0F8E-8365-7236BB4F6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EE415-B1A5-EF49-8E72-3A526EF2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330E7-EC53-C9ED-DBB8-5B347D7F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CD15B-3E89-C907-AE04-8C7A74F2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31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BE34-C477-BD1D-5C4A-423A42EC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98EAA-EB77-18BB-153B-3C2C17FD4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9DA39-FACA-F80B-5621-B93583F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F808F-D30B-9980-A54D-AF59385A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B967-36B2-D49E-ACAA-62ED9017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779D1-E21D-CDFE-D44E-F0AE9A47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0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ADA2-FAF6-FC43-216D-329339BB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6FCD0-243C-6296-B116-1BE620DC3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4B15-B895-3960-42A1-243C1366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02E8-C53E-4EA8-5371-E99E20C0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A6DE-5D9F-FF19-9DCE-40347D32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32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E82D7-F785-4947-1FAC-D31467C6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5C0C9-4A27-BB0A-99C0-CD5C624AA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07FE6-F9D6-5313-31D3-3B456B3E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C271F-B837-12E3-63A5-2BF92AF5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47357-8C1B-DAF7-EA68-D7B30047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64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8000"/>
            <a:lum/>
          </a:blip>
          <a:srcRect/>
          <a:stretch>
            <a:fillRect l="4000" t="15000" r="4000" b="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500EC-1157-3044-AF8C-8BB8052A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158B8-89EE-6370-40DB-B55329201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FA01-4EFB-2556-186F-6EDC8B37E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A508-2D6B-F27D-0E75-55977FA03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9B5CE-202A-2084-F4FC-495F1B77B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41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14759"/>
            <a:ext cx="10515600" cy="1137422"/>
          </a:xfrm>
          <a:noFill/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CS3503 – Machine Learning PBL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695C9B8-2B8D-722A-D1E4-DB26ABC22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253" y="4205820"/>
            <a:ext cx="4822502" cy="1747839"/>
          </a:xfrm>
          <a:noFill/>
        </p:spPr>
        <p:txBody>
          <a:bodyPr rtlCol="0">
            <a:normAutofit/>
          </a:bodyPr>
          <a:lstStyle/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Sagar Arun (210425205150)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Sampath Bala RK (210425205153)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4B01F8-75A2-E674-8FB3-91C160A64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7" y="136526"/>
            <a:ext cx="6698746" cy="11374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8A47D1-B6FE-DF05-8C4F-BF8ADA8CECA2}"/>
              </a:ext>
            </a:extLst>
          </p:cNvPr>
          <p:cNvSpPr txBox="1"/>
          <p:nvPr/>
        </p:nvSpPr>
        <p:spPr>
          <a:xfrm>
            <a:off x="4425998" y="2891449"/>
            <a:ext cx="33400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ENTIMENT ANALYSIS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E79CF91-FEBC-8843-2396-3F73C4A93418}"/>
              </a:ext>
            </a:extLst>
          </p:cNvPr>
          <p:cNvSpPr txBox="1">
            <a:spLocks/>
          </p:cNvSpPr>
          <p:nvPr/>
        </p:nvSpPr>
        <p:spPr>
          <a:xfrm>
            <a:off x="7164038" y="4205819"/>
            <a:ext cx="4562669" cy="17478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Nithya Baskaran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DD7FD45-5E4F-0506-E6E9-699A49C3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</a:t>
            </a:fld>
            <a:endParaRPr lang="en-IN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CD744800-7B7D-1CC0-99F0-27E4BA9D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E1F1F0-72E3-4268-62A9-CA71368A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17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995680"/>
            <a:ext cx="11135360" cy="2433320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reviews and feedback can be difficult to interpret accurately, especially when users express sarcasm or mixed emotions.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Businesses, reviewers, and organizations that rely on feedback analysis are affected by this problem.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Misinterpreting sentiment or sarcasm can lead to wrong conclusions about customer opinions and satisfaction.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analysing sentiment, emotions, sarcasm, ratings, and user behaviour together helps provide more meaningful feedback insights.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2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CFBC3A-C6D9-950A-AAA8-D4DC8D77DE35}"/>
              </a:ext>
            </a:extLst>
          </p:cNvPr>
          <p:cNvSpPr txBox="1">
            <a:spLocks/>
          </p:cNvSpPr>
          <p:nvPr/>
        </p:nvSpPr>
        <p:spPr>
          <a:xfrm>
            <a:off x="528320" y="3611882"/>
            <a:ext cx="5431322" cy="274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/ analyse review text, sentiment, emotions, sarcasm, and rating patterns.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local web application for real-time and batch feedback analysis.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ML to classify sentiment and detect sarcasm using text and stylistic features.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and improve prediction accuracy using user history, rating mismatch, and explainable analysis.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4EE8C4-9DF8-3FF3-8179-F4A537F21798}"/>
              </a:ext>
            </a:extLst>
          </p:cNvPr>
          <p:cNvSpPr txBox="1">
            <a:spLocks/>
          </p:cNvSpPr>
          <p:nvPr/>
        </p:nvSpPr>
        <p:spPr>
          <a:xfrm>
            <a:off x="6232358" y="3611882"/>
            <a:ext cx="5431322" cy="274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 lvl="0" algn="just"/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Analyses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sentiment, emotions, and sarcasm from user reviews. </a:t>
            </a:r>
          </a:p>
          <a:p>
            <a:pPr lvl="0" algn="just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text, star ratings, and behaviour history for prediction. </a:t>
            </a:r>
          </a:p>
          <a:p>
            <a:pPr lvl="0" algn="just"/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and batch analysis through a local web application.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419B9-8D2B-A5A3-F590-0BFB3384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FBA6E-00B3-FA77-124C-9ED96ECA4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Input, Analysis &amp; Insights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D538F8-98D7-48A3-27E2-29A0B682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3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A5BEA90-A627-443A-8EA9-207D3A67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AD397-676F-684A-AD7C-D3C8687BC1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8E569DF1-A45B-2F18-2C1D-E91C9F96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972567-383A-549B-CF00-1D76A4759ADD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Input/ Data Sources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/ feedback text entered by the user.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 ratings associated with the reviews.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IDs and behavioural history from previous analyses.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Textual and stylistic features such as punctuation, capitalization, and sentiment-rating mismatch. 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3E7483B-4811-61DA-D7B7-E92B17337300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Analysis/ Processing</a:t>
            </a:r>
          </a:p>
          <a:p>
            <a:pPr lvl="0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the review text by extracting textual and stylistic features such as words, punctuation, capitalization, and sentiment signals. </a:t>
            </a:r>
          </a:p>
          <a:p>
            <a:pPr lvl="0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multiple inputs including review text, star ratings, sentiment scores, and user behavioural history. </a:t>
            </a:r>
          </a:p>
          <a:p>
            <a:pPr lvl="0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ML models using TF-IDF, VADER, and Logistic Regression to predict sentiment and sarcasm; the advanced engine can also use transformer models for sentiment and emotion.</a:t>
            </a:r>
          </a:p>
          <a:p>
            <a:pPr lvl="0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and interpret results such as sentiment, emotion, sarcasm probability, rating mismatch, and explainable token highlights.</a:t>
            </a:r>
          </a:p>
          <a:p>
            <a:pPr lvl="0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sarcasm detection by considering sentiment–rating mismatch and writing style, rather than relying only on the review text.</a:t>
            </a:r>
          </a:p>
          <a:p>
            <a:pPr lvl="0"/>
            <a:endParaRPr lang="en-IN" sz="16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C3270D-AF1C-3E78-E712-FD035746225B}"/>
              </a:ext>
            </a:extLst>
          </p:cNvPr>
          <p:cNvSpPr txBox="1">
            <a:spLocks/>
          </p:cNvSpPr>
          <p:nvPr/>
        </p:nvSpPr>
        <p:spPr>
          <a:xfrm>
            <a:off x="528320" y="3952568"/>
            <a:ext cx="5431322" cy="24037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Positive, negative, and neutral sentiments can be identified from review text. 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Sarcasm can cause sentiment-rating mismatches, making simple sentiment analysis less reliable. </a:t>
            </a:r>
          </a:p>
          <a:p>
            <a:pPr lvl="0"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Punctuation and writing style provide useful signals for detecting sarcasm. 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102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15378-57A1-BD2B-6825-39104D9E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6032-DF0E-254C-0CD8-AB6E66698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18352F-9C19-CF1E-1D03-4BACF46A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4</a:t>
            </a:fld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39290C-FF8D-37DE-61F5-B382DBC8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9A8F1E-B41B-EFBC-9FA3-324946ED4A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20C423C8-65A4-300E-51C7-B4952EDE1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5AD724-9C99-5D2A-C540-18B286306A28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52692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6FB5461-00D8-24D8-D0A0-BD98F40612EA}"/>
              </a:ext>
            </a:extLst>
          </p:cNvPr>
          <p:cNvSpPr txBox="1">
            <a:spLocks/>
          </p:cNvSpPr>
          <p:nvPr/>
        </p:nvSpPr>
        <p:spPr>
          <a:xfrm>
            <a:off x="6232358" y="3342967"/>
            <a:ext cx="5431322" cy="29219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Methodology and Implementation Process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2911C6-4047-D019-EA7D-28985C058142}"/>
              </a:ext>
            </a:extLst>
          </p:cNvPr>
          <p:cNvSpPr txBox="1">
            <a:spLocks/>
          </p:cNvSpPr>
          <p:nvPr/>
        </p:nvSpPr>
        <p:spPr>
          <a:xfrm>
            <a:off x="6232358" y="995679"/>
            <a:ext cx="5431322" cy="21447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Streamlit for the web application interface.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 (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+ Logistic Regression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VADER for sentiment analysis.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ML: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Hugging Face Transformer models for sentiment and emotion an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SQLite for storing users and sentiment analysis logs.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Pandas/CSV processing, CSS for UI styling, and locally stored pre-trained ML model files.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EEB501-2FC8-FDDB-C4D7-A7106EB8BCE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" r="1504" b="4428"/>
          <a:stretch>
            <a:fillRect/>
          </a:stretch>
        </p:blipFill>
        <p:spPr bwMode="auto">
          <a:xfrm>
            <a:off x="838200" y="1378942"/>
            <a:ext cx="4989464" cy="48859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EA0B69-6CD6-CD92-EBDC-9D469C4F8A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702" y="3752240"/>
            <a:ext cx="4107485" cy="231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7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18C8-1A4F-EFB9-CA30-29914615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40AA7-ACBA-6CC8-C67C-FB16D1F5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Feasibility, Risk and Challenges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1E70550-5F49-E002-6AE3-6E645A7F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5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383AF-943A-AF13-9532-2E724776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F922E5-3869-BACF-D57D-A6E439B7C4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6DD06387-97D0-39D2-34A2-A189B9C87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C04632-2C25-41CF-16BF-7E21BD7B277A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Point 1: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application can run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locally on a computer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requiring external API keys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Point 2: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Pre-trained ML models are already included, allowing the system to start without mandatory retraining.</a:t>
            </a:r>
          </a:p>
          <a:p>
            <a:pPr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Point 3: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simple local storage for users and sentiment analysis logs. </a:t>
            </a:r>
          </a:p>
          <a:p>
            <a:pPr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Point 4: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Streamlit interface supports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real-time, batch CSV, and user-profile analysis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 system practical for different use cases.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287D6E2-D2A8-8A09-D852-F8844378CEC8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and Challenges</a:t>
            </a:r>
          </a:p>
          <a:p>
            <a:pPr lvl="0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Sarcasm detection: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Sarcastic language is complex and can be difficult for ML models to classify accurately. </a:t>
            </a:r>
          </a:p>
          <a:p>
            <a:pPr lvl="0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Ambiguous reviews: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Mixed or unclear emotions may lead to incorrect sentiment predictions. </a:t>
            </a:r>
          </a:p>
          <a:p>
            <a:pPr lvl="0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mismatch: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review’s text may not match its star rating, making interpretation challenging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limitations: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Fast Engine relies on synthetic training data, which may not represent all real-world reviews. </a:t>
            </a:r>
          </a:p>
          <a:p>
            <a:pPr lvl="0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model dependency: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Advanced Engine requires a one-time download of transformer models and may require significant storage.</a:t>
            </a:r>
          </a:p>
          <a:p>
            <a:pPr lvl="0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User-history limitations: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user history may reduce the accuracy of behavioural profiling. </a:t>
            </a:r>
          </a:p>
          <a:p>
            <a:pPr lvl="0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Poorly written, very short, or noisy feedback can affect analysis results. </a:t>
            </a:r>
          </a:p>
          <a:p>
            <a:pPr lvl="0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Since user IDs and analysis history are stored in SQLite, appropriate care is needed when handling user data.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BEEC87A-A354-40E4-44C7-0E984250BF0A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multiple features such as text, ratings, punctuation, and user history to reduce misclassification.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pre-trained ML models and feature fusion to improve prediction reliability.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explainable results and rating-mismatch warnings to help users understand predictions.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the system local and offline to reduce dependency on external APIs and services.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038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B97E5-D400-46AE-AE05-98F3D366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3512-77FF-BCD5-5958-FBFA0FD12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Applications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D2D4A5-60AA-677E-EC4C-E20C7280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6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3DF96-CDCE-6198-A813-9DB585D2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6D0B08-F462-E519-F15E-E0BEB7AB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C0015C01-C564-94FA-3121-AFE7427C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E1DBB35-58EA-739D-2CD4-B03EDDE7BA67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5360" cy="4147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Output</a:t>
            </a:r>
          </a:p>
          <a:p>
            <a:pPr marL="0" indent="0" algn="just">
              <a:buNone/>
            </a:pP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EE1A65-5554-8149-DD9A-F4A84BC9A521}"/>
              </a:ext>
            </a:extLst>
          </p:cNvPr>
          <p:cNvSpPr txBox="1">
            <a:spLocks/>
          </p:cNvSpPr>
          <p:nvPr/>
        </p:nvSpPr>
        <p:spPr>
          <a:xfrm>
            <a:off x="528320" y="5325979"/>
            <a:ext cx="11135360" cy="10303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omer Feedback Analysis, E-commerce Platforms, Business &amp; Brand Monitoring, Social Media Analysis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697E69-30CC-5B29-42DC-4F30A492D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71367"/>
            <a:ext cx="2829232" cy="15912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E15779-931E-EA96-A2E0-BAD10C51E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384" y="1471367"/>
            <a:ext cx="2829232" cy="15912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A961CC-0138-1D36-0AEA-98CEA1B5C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568" y="1471367"/>
            <a:ext cx="2829232" cy="15915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35AB54-25F5-A970-EED7-D7FC7949D7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1" y="3449375"/>
            <a:ext cx="2829232" cy="15915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86AFFF-5DE7-BA00-BC0B-66BF3F6A3E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384" y="3429000"/>
            <a:ext cx="2829232" cy="15915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D5C63A-0890-73BE-FB5A-42AC56E110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4567" y="3428999"/>
            <a:ext cx="2829232" cy="159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54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361FE-0713-93E6-DB86-E79648324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127E-C73E-C2B8-523A-E1BCE6D63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Conclusion, Limitations &amp; Future Scope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72919A-FB09-BDBD-EB1B-AC9C345A3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7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32C21-FD78-2AEE-FF81-92AB93C97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F0DB14-E55E-F110-C797-B68990B575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28924AA9-C1C9-5F20-B7B4-5C66E415C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9DE962E-8FA1-1659-E5F2-3EBFA857DF56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5360" cy="2433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developed a machine-learning-based Sentiment, Emotion, and Sarcasm Analyzer using Python, Streamlit, TF-IDF, VADER, Logistic Regression, and local transformer models to address the challenge of accurately understanding online reviews and feedback.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analyses sentiment, emotions, sarcasm probability, star ratings, and user behaviour.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real-time and batch feedback analysis through a locally running web application. </a:t>
            </a: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demonstrated potential for customer feedback analysis, business decision-making, and service improvement.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local, offline design makes it practical, privacy-conscious, and independent of external API keys.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714C8B-8CE9-ACE7-94F1-0BFA4EB5B338}"/>
              </a:ext>
            </a:extLst>
          </p:cNvPr>
          <p:cNvSpPr txBox="1">
            <a:spLocks/>
          </p:cNvSpPr>
          <p:nvPr/>
        </p:nvSpPr>
        <p:spPr>
          <a:xfrm>
            <a:off x="6232358" y="3611880"/>
            <a:ext cx="5431322" cy="27444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real-world datasets: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 and validate the models using large, diverse, and continuously updated review datasets.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 the system to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reviews in multiple Indian and international languages.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sarcasm detection: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more advanced deep-learning models specifically for detecting sarcasm and contextual expressions.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53D1FB-4EE1-2E64-D1C8-8DCF2C5E10E8}"/>
              </a:ext>
            </a:extLst>
          </p:cNvPr>
          <p:cNvSpPr txBox="1">
            <a:spLocks/>
          </p:cNvSpPr>
          <p:nvPr/>
        </p:nvSpPr>
        <p:spPr>
          <a:xfrm>
            <a:off x="528320" y="3611880"/>
            <a:ext cx="5431322" cy="27444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 / quality: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Fast Engine is trained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data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may not fully represent the variety of real-world reviews. </a:t>
            </a: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real-world validation: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does not provide extensive validation results on large, diverse real-world datasets.</a:t>
            </a:r>
          </a:p>
          <a:p>
            <a:pPr lvl="0" algn="just"/>
            <a:r>
              <a:rPr lang="en-IN" sz="1600" b="1" dirty="0"/>
              <a:t>Model constraints:</a:t>
            </a:r>
            <a:r>
              <a:rPr lang="en-IN" sz="1600" dirty="0"/>
              <a:t> Sarcasm detection relies on handcrafted stylistic features and a trained classifier because there is no reliable off-the-shelf local sarcasm transformer used in the project. 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770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B6885-6B9A-270E-D011-C6195CEF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7B8957-8828-E623-0D1B-083069FE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8</a:t>
            </a:fld>
            <a:endParaRPr lang="en-IN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648C33D-8B31-6B82-2E8D-DC4C841DE344}"/>
              </a:ext>
            </a:extLst>
          </p:cNvPr>
          <p:cNvSpPr txBox="1">
            <a:spLocks/>
          </p:cNvSpPr>
          <p:nvPr/>
        </p:nvSpPr>
        <p:spPr>
          <a:xfrm>
            <a:off x="3814663" y="5210996"/>
            <a:ext cx="4562669" cy="87929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Sagar Arun, Sampath Bala R K</a:t>
            </a:r>
          </a:p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</a:t>
            </a:r>
          </a:p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2A3C68FE-708A-E575-2346-D66B76F2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Date: 07/10/2026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233C03-9E8E-963B-6AEE-A6F08D165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5" y="136525"/>
            <a:ext cx="6698746" cy="13330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DAC499-8CE4-9EB6-4C6F-AF24243B97F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988" y="1646945"/>
            <a:ext cx="4782020" cy="3386700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85787E0A-82D9-5CAB-8C09-1F3F24B08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918ED0-F7FD-61C4-5F6D-45B18985D959}"/>
              </a:ext>
            </a:extLst>
          </p:cNvPr>
          <p:cNvSpPr txBox="1"/>
          <p:nvPr/>
        </p:nvSpPr>
        <p:spPr>
          <a:xfrm>
            <a:off x="5105400" y="7513282"/>
            <a:ext cx="22418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006C30-F416-F103-AA83-A6555D710B62}"/>
              </a:ext>
            </a:extLst>
          </p:cNvPr>
          <p:cNvGrpSpPr/>
          <p:nvPr/>
        </p:nvGrpSpPr>
        <p:grpSpPr>
          <a:xfrm>
            <a:off x="702620" y="3285299"/>
            <a:ext cx="3014358" cy="1775255"/>
            <a:chOff x="702620" y="3285299"/>
            <a:chExt cx="3014358" cy="1775255"/>
          </a:xfrm>
        </p:grpSpPr>
        <p:pic>
          <p:nvPicPr>
            <p:cNvPr id="4" name="Picture 3" descr="Video - Free technology icons">
              <a:extLst>
                <a:ext uri="{FF2B5EF4-FFF2-40B4-BE49-F238E27FC236}">
                  <a16:creationId xmlns:a16="http://schemas.microsoft.com/office/drawing/2014/main" id="{20AF4B87-C09B-B0BF-63C8-DF3D52FD4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05024" y="3285299"/>
              <a:ext cx="997561" cy="997561"/>
            </a:xfrm>
            <a:prstGeom prst="rect">
              <a:avLst/>
            </a:prstGeom>
          </p:spPr>
        </p:pic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B7369601-F94C-8283-5031-C1F98541F694}"/>
                </a:ext>
              </a:extLst>
            </p:cNvPr>
            <p:cNvSpPr txBox="1">
              <a:spLocks/>
            </p:cNvSpPr>
            <p:nvPr/>
          </p:nvSpPr>
          <p:spPr>
            <a:xfrm>
              <a:off x="702620" y="4181255"/>
              <a:ext cx="3014358" cy="879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Project Video Link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just">
                <a:buNone/>
              </a:pP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 the Direct URL/Drive link of your project in voice over video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B63A19-86CA-308B-4F8B-37E96DFBBAB8}"/>
              </a:ext>
            </a:extLst>
          </p:cNvPr>
          <p:cNvGrpSpPr/>
          <p:nvPr/>
        </p:nvGrpSpPr>
        <p:grpSpPr>
          <a:xfrm>
            <a:off x="8475018" y="3344430"/>
            <a:ext cx="3014358" cy="1716124"/>
            <a:chOff x="8475018" y="3344430"/>
            <a:chExt cx="3014358" cy="171612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A4E5C56-C77A-1635-7CC4-71BC5FB9B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6553" y="3344430"/>
              <a:ext cx="879298" cy="879298"/>
            </a:xfrm>
            <a:prstGeom prst="rect">
              <a:avLst/>
            </a:prstGeom>
          </p:spPr>
        </p:pic>
        <p:sp>
          <p:nvSpPr>
            <p:cNvPr id="24" name="Content Placeholder 2">
              <a:extLst>
                <a:ext uri="{FF2B5EF4-FFF2-40B4-BE49-F238E27FC236}">
                  <a16:creationId xmlns:a16="http://schemas.microsoft.com/office/drawing/2014/main" id="{19622691-213E-2374-E58E-253554DF0409}"/>
                </a:ext>
              </a:extLst>
            </p:cNvPr>
            <p:cNvSpPr txBox="1">
              <a:spLocks/>
            </p:cNvSpPr>
            <p:nvPr/>
          </p:nvSpPr>
          <p:spPr>
            <a:xfrm>
              <a:off x="8475018" y="4181255"/>
              <a:ext cx="3014358" cy="879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GitHub Repository Link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 GitHub Repo link of your project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8180968"/>
      </p:ext>
    </p:extLst>
  </p:cSld>
  <p:clrMapOvr>
    <a:masterClrMapping/>
  </p:clrMapOvr>
  <p:timing>
    <p:tnLst>
      <p:par>
        <p:cTn id="1" dur="indefinite" restart="never" nodeType="tmRoot">
          <p:childTnLst>
            <p:par>
              <p:cTn/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1177</Words>
  <Application>Microsoft Office PowerPoint</Application>
  <PresentationFormat>Widescreen</PresentationFormat>
  <Paragraphs>124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CS3503 – Machine Learning PBL Project Review</vt:lpstr>
      <vt:lpstr>Problem &amp; Objectives</vt:lpstr>
      <vt:lpstr>Input, Analysis &amp; Insights</vt:lpstr>
      <vt:lpstr> Technical Approach</vt:lpstr>
      <vt:lpstr> Feasibility, Risk and Challenges</vt:lpstr>
      <vt:lpstr> Result and Applications </vt:lpstr>
      <vt:lpstr>Conclusion, Limitations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ayeesha nasreen</dc:creator>
  <cp:lastModifiedBy>sagar arun</cp:lastModifiedBy>
  <cp:revision>22</cp:revision>
  <dcterms:created xsi:type="dcterms:W3CDTF">2025-03-10T15:11:33Z</dcterms:created>
  <dcterms:modified xsi:type="dcterms:W3CDTF">2026-10-06T17:30:19Z</dcterms:modified>
</cp:coreProperties>
</file>