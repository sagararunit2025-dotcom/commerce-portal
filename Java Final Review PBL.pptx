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arun" userId="ce9a5c4c6c96212f" providerId="LiveId" clId="{C7322205-CA1C-40C6-84DA-64AA9A7AA566}"/>
    <pc:docChg chg="custSel modSld">
      <pc:chgData name="sagar arun" userId="ce9a5c4c6c96212f" providerId="LiveId" clId="{C7322205-CA1C-40C6-84DA-64AA9A7AA566}" dt="2026-10-06T13:55:59.483" v="17" actId="478"/>
      <pc:docMkLst>
        <pc:docMk/>
      </pc:docMkLst>
      <pc:sldChg chg="delSp modSp mod">
        <pc:chgData name="sagar arun" userId="ce9a5c4c6c96212f" providerId="LiveId" clId="{C7322205-CA1C-40C6-84DA-64AA9A7AA566}" dt="2026-10-06T13:55:59.483" v="17" actId="478"/>
        <pc:sldMkLst>
          <pc:docMk/>
          <pc:sldMk cId="3718180968" sldId="513"/>
        </pc:sldMkLst>
        <pc:spChg chg="del mod">
          <ac:chgData name="sagar arun" userId="ce9a5c4c6c96212f" providerId="LiveId" clId="{C7322205-CA1C-40C6-84DA-64AA9A7AA566}" dt="2026-10-06T13:55:59.483" v="17" actId="478"/>
          <ac:spMkLst>
            <pc:docMk/>
            <pc:sldMk cId="3718180968" sldId="513"/>
            <ac:spMk id="3" creationId="{D8918ED0-F7FD-61C4-5F6D-45B18985D9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06-10-2026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CS3503 – Java Programming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 Arun (210425205150)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Disvan S (210425205038)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2632099" y="2827586"/>
            <a:ext cx="6927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KITCHEN INVENTORY AND EXPIRY TRACKING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D. Lita Pansy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1842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bstract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F8A6CD-F0C7-1693-6BEF-8C5EC7D7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6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Concept: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"Shelf Life" — an OCR-based kitchen inventory management and expiry monitoring application.</a:t>
            </a:r>
          </a:p>
          <a:p>
            <a:pPr lvl="0" algn="just">
              <a:lnSpc>
                <a:spcPct val="16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Mitigating household food wastage caused by forgotten or unmonitored grocery stock.</a:t>
            </a:r>
          </a:p>
          <a:p>
            <a:pPr lvl="0" algn="just">
              <a:lnSpc>
                <a:spcPct val="16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Merges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UI,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Tess4J (Tesseract OCR)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extraction from labels/receipts, and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email alert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proactive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5C05030-49C9-86BF-20EC-1CE52F0C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691"/>
            <a:ext cx="10515600" cy="50197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449816F-4EEC-B3C2-07A2-41E845516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22"/>
            <a:ext cx="10515600" cy="4088862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Inefficient pantry tracking directly translates to financial losses and organic waste.</a:t>
            </a:r>
          </a:p>
          <a:p>
            <a:pPr lvl="0"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Manual Overhead: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Keeping tabs on variables like custom categories, dynamic expiry dates, and varying metrics by hand is unsustainable.</a:t>
            </a:r>
          </a:p>
          <a:p>
            <a:pPr lvl="0"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Mandate: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a localized, zero-overhead desktop control environment for daily household tracking.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B1CA9D-EAC2-4ABA-149B-40BD5E27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0402"/>
            <a:ext cx="10515600" cy="63055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18AF50-3BE3-A72F-4849-9442ADA8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50"/>
            <a:ext cx="10515600" cy="4597269"/>
          </a:xfrm>
        </p:spPr>
        <p:txBody>
          <a:bodyPr>
            <a:normAutofit fontScale="92500" lnSpcReduction="20000"/>
          </a:bodyPr>
          <a:lstStyle/>
          <a:p>
            <a:pPr lvl="0" algn="just">
              <a:lnSpc>
                <a:spcPct val="16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Packaged Expiry Recognition [1]: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Evaluated open-source OCR text pre-processing models under diverse lighting thresholds.</a:t>
            </a:r>
          </a:p>
          <a:p>
            <a:pPr lvl="0" algn="just">
              <a:lnSpc>
                <a:spcPct val="16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Architectural Framework [2]: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Focused adaptive rules for line isolation and localized font adjustments.</a:t>
            </a:r>
          </a:p>
          <a:p>
            <a:pPr lvl="0" algn="just">
              <a:lnSpc>
                <a:spcPct val="16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AI/Deep Learning Date Tracking [3]: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Leveraged neural nets and Attention OCR mechanisms to parse regional image snapshots.</a:t>
            </a:r>
          </a:p>
          <a:p>
            <a:pPr lvl="0" algn="just">
              <a:lnSpc>
                <a:spcPct val="16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/ alternative track indexes [4, 5]: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Explored static identification tokens and matching recipe suggestion logic engines.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DB7416-3CE3-7B95-C810-44AD3349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692"/>
            <a:ext cx="10515600" cy="50197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35113D-8410-DE90-1593-8E44A8936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77500" lnSpcReduction="20000"/>
          </a:bodyPr>
          <a:lstStyle/>
          <a:p>
            <a:pPr lvl="0" algn="just">
              <a:lnSpc>
                <a:spcPct val="17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Environment:</a:t>
            </a:r>
          </a:p>
          <a:p>
            <a:pPr lvl="1" algn="just">
              <a:lnSpc>
                <a:spcPct val="17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runtime: Java 21</a:t>
            </a:r>
          </a:p>
          <a:p>
            <a:pPr lvl="1" algn="just">
              <a:lnSpc>
                <a:spcPct val="17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Toolkit: Java Swing</a:t>
            </a:r>
          </a:p>
          <a:p>
            <a:pPr lvl="1" algn="just">
              <a:lnSpc>
                <a:spcPct val="17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 Engine: Tess4J / Tesseract OCR</a:t>
            </a:r>
          </a:p>
          <a:p>
            <a:pPr lvl="1" algn="just">
              <a:lnSpc>
                <a:spcPct val="17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Mailer Integration: Jakarta Mail API</a:t>
            </a:r>
          </a:p>
          <a:p>
            <a:pPr lvl="1" algn="just">
              <a:lnSpc>
                <a:spcPct val="17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approach: Flat text serialization architecture (Pantry.txt)</a:t>
            </a:r>
          </a:p>
          <a:p>
            <a:pPr lvl="0" algn="just">
              <a:lnSpc>
                <a:spcPct val="17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Profile:</a:t>
            </a:r>
          </a:p>
          <a:p>
            <a:pPr lvl="1" algn="just">
              <a:lnSpc>
                <a:spcPct val="17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AMD Ryzen 5 processor baseline (or equivalent core logic) paired alongside a minimum of 8 GB RAM.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1FD2498-ACD2-E20F-3787-9F571428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39"/>
            <a:ext cx="10515600" cy="454682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4B6CE3-6923-760B-072A-9E6DBF5F5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21"/>
            <a:ext cx="10515600" cy="4039702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Alternatives: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logging, standalone visual labels, or generic spreadsheets.</a:t>
            </a:r>
          </a:p>
          <a:p>
            <a:pPr lvl="0"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Flaws: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reliance on regular manual input.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absence of pro-active notification mechanisms.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visual dashboard grouping items natively by safety thresholds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D74F14A2-6E87-3618-151E-9164C32A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036"/>
            <a:ext cx="10515600" cy="4312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&amp; Proposed Diagram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6653FD1-4CD4-1994-AD85-2684A511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27"/>
            <a:ext cx="10515600" cy="4547880"/>
          </a:xfrm>
        </p:spPr>
        <p:txBody>
          <a:bodyPr>
            <a:normAutofit fontScale="92500" lnSpcReduction="20000"/>
          </a:bodyPr>
          <a:lstStyle/>
          <a:p>
            <a:pPr lvl="0" algn="just">
              <a:lnSpc>
                <a:spcPct val="17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Stages: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Capture/Input: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Scans label pictures or receipt sheets.</a:t>
            </a:r>
          </a:p>
          <a:p>
            <a:pPr lvl="1" algn="just">
              <a:lnSpc>
                <a:spcPct val="17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Block: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undergoes parsing via Tess4J to extract item strings and date records.</a:t>
            </a:r>
          </a:p>
          <a:p>
            <a:pPr lvl="1" algn="just">
              <a:lnSpc>
                <a:spcPct val="17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Categorization Pipeline: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Stamped records undergo mathematical shelf-life evaluation against the current system date.</a:t>
            </a:r>
          </a:p>
          <a:p>
            <a:pPr lvl="1" algn="just">
              <a:lnSpc>
                <a:spcPct val="17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Matrix: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Refreshes internal array metrics and dispatches alerts when safe windows decay.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0A98-6A99-EE00-F40C-B66BE8D9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640"/>
            <a:ext cx="10515600" cy="48621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1C6D1-5131-6AD8-2277-6AA578219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338E7-863F-E508-1835-75FF8920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11EFD-38D9-DDE3-0847-2B33C8C6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09C945-30E2-8DAC-22E1-BC8E27FA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92F343-215E-370E-D8BA-AC2A750B7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817" y="1352786"/>
            <a:ext cx="7409793" cy="4771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4915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10FE-7A6A-DD78-FFB7-081B7D69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4482"/>
            <a:ext cx="10515600" cy="470447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66DD-FF15-1687-51AA-31BCF8A95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748"/>
            <a:ext cx="10515600" cy="4418594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6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validation checking profile authority.</a:t>
            </a:r>
          </a:p>
          <a:p>
            <a:pPr lvl="0" algn="just">
              <a:lnSpc>
                <a:spcPct val="16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core service: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CRUD mechanics managing pantry objects.</a:t>
            </a:r>
          </a:p>
          <a:p>
            <a:pPr lvl="0" algn="just">
              <a:lnSpc>
                <a:spcPct val="16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engine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Orchestrates text extraction and dynamic timestamp processing.</a:t>
            </a:r>
          </a:p>
          <a:p>
            <a:pPr lvl="0" algn="just">
              <a:lnSpc>
                <a:spcPct val="16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evaluator &amp; mail routine: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decay status, sorts buckets, and acts as the delivery client framework for alerts.</a:t>
            </a:r>
          </a:p>
          <a:p>
            <a:pPr lvl="0" algn="just">
              <a:lnSpc>
                <a:spcPct val="16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Swing layout engine: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Powers custom component interaction widgets.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19A5-EBB9-B037-E69B-B4E6E8E2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1C857-8F39-0714-E255-156919B3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AFE90-D9A4-F227-AB79-7729A762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9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84104-7D44-4AB0-7865-6E7318CAA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1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2A12-0941-A6C2-728E-8A655CC0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6679"/>
            <a:ext cx="10515600" cy="478002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 – Pantry Forms &amp; Data Views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AE71657-0FBE-AF07-1357-F484C746E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6753"/>
            <a:ext cx="5181600" cy="4789597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implementation demonstrates robust entry form operations.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elegantly handle variable metrics (e.g., matching weights in grams, millilitres, litres).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handling loops handle dirty output strings from noisy OCR operations into regular calendar instances smoothly.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54C8-2931-D7C7-4F24-6486B543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5E506-EA18-FB0B-7FB5-A637BFCF4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0270-DB4E-B247-A0EB-B90A4789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10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7CA90F-21A8-171F-99F0-D2CD8FBFD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B6F0E7B-4F40-F3F5-6759-68907660B3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9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5989-9D78-54F8-13D9-932E1E794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6679"/>
            <a:ext cx="10515600" cy="47800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 – Dashboard Analytics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B4A1-40B0-8FB9-131A-C9218035B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92826"/>
            <a:ext cx="5181600" cy="4621162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6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Summary Counters: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metrics displaying total tracking load divided securely into color-coded indicators: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Expiring Soon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Single-click interface hooks mapping out full summaries directly on the desktop grid layer.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62603-EC41-E163-BBC3-F16F7CE2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B917-B0D1-F362-00C4-40703A4E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A3535-ABA7-D264-0F38-60455812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D69D9D-FAC2-E997-E63B-D18536CA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595F094-B9B9-9CAC-B1F4-0D38873B7C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7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6DA5937-4F44-1E97-5790-A9248DDC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457"/>
            <a:ext cx="10515600" cy="47044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E2768F-6310-7BFB-AD45-FAC09AA6B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428"/>
            <a:ext cx="10515600" cy="3759098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support for native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 and QR code 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immediate data scanning.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external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 pricing and grocery API check syncs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recommend automated cart purchases.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logic routines to process perspective distortions or low-light blurry inputs via adaptive image-filtering models</a:t>
            </a:r>
            <a:r>
              <a:rPr lang="en-IN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25DD2-EF03-8D2F-9401-852CF7C1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44F77-BCA9-358C-9EAD-BF64190A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7E7B5-017E-2304-D31C-3F3A08AC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12</a:t>
            </a:fld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887978-C42F-DB27-5ED8-FDF10A3E9A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7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4DE6-0B1F-4BFA-14D3-75EEDB649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573"/>
            <a:ext cx="10515600" cy="486213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A9E6F-7B71-8DD2-06B0-95EF52790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321"/>
            <a:ext cx="10515600" cy="4616177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successfully accomplishes desktop kitchen asset tracking metrics within a local sandbox format.</a:t>
            </a:r>
          </a:p>
          <a:p>
            <a:pPr lvl="0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local flat-file methodology ensures zero database overhead or high deployment friction while safeguarding identity privacy.</a:t>
            </a:r>
          </a:p>
          <a:p>
            <a:pPr lvl="0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Proved that combining simple object relationships with OCR libraries dramatically minimizes structural validation fatigue.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93F10-7D5E-DDE5-A5E9-7B81E17C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D8C3-8B41-71C4-BF83-83531143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4FD05-AEA6-4AA3-60EC-E7B28BFB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13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EE6F78-3304-5498-7310-760125CA8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8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8937-29CD-140E-8BFE-B159389B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456"/>
            <a:ext cx="10515600" cy="470447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DDB09-DB75-1617-0F81-8790788E9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37988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6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K. Hosokawa et al., "Recognition of expiration dates written on food packages with open-source OCR,"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IJCTE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</a:t>
            </a:r>
          </a:p>
          <a:p>
            <a:pPr lvl="0" algn="just">
              <a:lnSpc>
                <a:spcPct val="16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Smith, "An overview of the Tesseract OCR engine,"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2007.</a:t>
            </a:r>
          </a:p>
          <a:p>
            <a:pPr lvl="0" algn="just">
              <a:lnSpc>
                <a:spcPct val="16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Zhao &amp; A. D. Campbell, "An intelligent system for tracking and managing household food inventory," University of Auckland, 2026.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14018-3E8C-DAB0-69B2-78D07541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42168-CD59-335A-A048-EC3FB675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E2715-14AA-E5F2-8CF3-48EF6CB6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14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A08512-9E43-002A-C3C6-DCF55C3E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55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15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 Arun</a:t>
            </a:r>
            <a:r>
              <a:rPr 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Disvan S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the Direct URL/Drive link of your project in voice over video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GitHub Repo link of your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954</Words>
  <Application>Microsoft Office PowerPoint</Application>
  <PresentationFormat>Widescreen</PresentationFormat>
  <Paragraphs>123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CS3503 – Java Programming PBL Project Review</vt:lpstr>
      <vt:lpstr>Abstract</vt:lpstr>
      <vt:lpstr>Introduction</vt:lpstr>
      <vt:lpstr>Literature Survey</vt:lpstr>
      <vt:lpstr>System Requirements</vt:lpstr>
      <vt:lpstr>Existing System</vt:lpstr>
      <vt:lpstr>Proposed Methodology &amp; Proposed Diagram</vt:lpstr>
      <vt:lpstr>System Architecture</vt:lpstr>
      <vt:lpstr>Modules</vt:lpstr>
      <vt:lpstr>Result and Discussion – Pantry Forms &amp; Data Views</vt:lpstr>
      <vt:lpstr>Result and Discussion – Dashboard Analytics</vt:lpstr>
      <vt:lpstr>Future Enhancement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sagar arun</cp:lastModifiedBy>
  <cp:revision>24</cp:revision>
  <dcterms:created xsi:type="dcterms:W3CDTF">2025-03-10T15:11:33Z</dcterms:created>
  <dcterms:modified xsi:type="dcterms:W3CDTF">2026-10-06T13:56:00Z</dcterms:modified>
</cp:coreProperties>
</file>